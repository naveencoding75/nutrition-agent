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6B545C-A46A-4364-B577-10165419BA17}" v="3" dt="2026-09-08T17:52:43.80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1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een Sharma" userId="ace8e01f53935731" providerId="LiveId" clId="{7CF565F9-B6F0-46A3-9B04-507F30EE438D}"/>
    <pc:docChg chg="modSld">
      <pc:chgData name="Naveen Sharma" userId="ace8e01f53935731" providerId="LiveId" clId="{7CF565F9-B6F0-46A3-9B04-507F30EE438D}" dt="2026-09-08T17:51:34.324" v="2" actId="20578"/>
      <pc:docMkLst>
        <pc:docMk/>
      </pc:docMkLst>
      <pc:sldChg chg="modSp mod">
        <pc:chgData name="Naveen Sharma" userId="ace8e01f53935731" providerId="LiveId" clId="{7CF565F9-B6F0-46A3-9B04-507F30EE438D}" dt="2026-09-08T17:51:34.324" v="2" actId="20578"/>
        <pc:sldMkLst>
          <pc:docMk/>
          <pc:sldMk cId="4040412275" sldId="305"/>
        </pc:sldMkLst>
        <pc:spChg chg="mod">
          <ac:chgData name="Naveen Sharma" userId="ace8e01f53935731" providerId="LiveId" clId="{7CF565F9-B6F0-46A3-9B04-507F30EE438D}" dt="2026-09-08T17:51:34.324" v="2" actId="20578"/>
          <ac:spMkLst>
            <pc:docMk/>
            <pc:sldMk cId="4040412275" sldId="305"/>
            <ac:spMk id="279" creationId="{3711AF54-94A6-B837-31EF-9A8C4ECB9AF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naveencoding75/nutrition-agent"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53595526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US" dirty="0"/>
                    </a:p>
                    <a:p>
                      <a:pPr marL="0" marR="0" lvl="0" indent="0" algn="ctr" rtl="0">
                        <a:spcBef>
                          <a:spcPts val="0"/>
                        </a:spcBef>
                        <a:spcAft>
                          <a:spcPts val="0"/>
                        </a:spcAft>
                        <a:buNone/>
                      </a:pPr>
                      <a:endParaRPr lang="en-US" dirty="0"/>
                    </a:p>
                    <a:p>
                      <a:pPr marL="0" marR="0" lvl="0" indent="0" algn="ctr" rtl="0">
                        <a:spcBef>
                          <a:spcPts val="0"/>
                        </a:spcBef>
                        <a:spcAft>
                          <a:spcPts val="0"/>
                        </a:spcAft>
                        <a:buNone/>
                      </a:pPr>
                      <a:r>
                        <a:rPr lang="en-US" dirty="0"/>
                        <a:t>Naveen Sharma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US" dirty="0"/>
                    </a:p>
                    <a:p>
                      <a:pPr marL="0" marR="0" lvl="0" indent="0" algn="ctr" rtl="0">
                        <a:spcBef>
                          <a:spcPts val="0"/>
                        </a:spcBef>
                        <a:spcAft>
                          <a:spcPts val="0"/>
                        </a:spcAft>
                        <a:buNone/>
                      </a:pPr>
                      <a:r>
                        <a:rPr lang="en-US" dirty="0"/>
                        <a:t>aboynaveensharma@gmail.com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US" dirty="0"/>
                    </a:p>
                    <a:p>
                      <a:pPr marL="0" marR="0" lvl="0" indent="0" algn="ctr" rtl="0">
                        <a:spcBef>
                          <a:spcPts val="0"/>
                        </a:spcBef>
                        <a:spcAft>
                          <a:spcPts val="0"/>
                        </a:spcAft>
                        <a:buNone/>
                      </a:pPr>
                      <a:r>
                        <a:rPr lang="en-US" dirty="0"/>
                        <a:t>+91 8084026171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dirty="0">
                <a:highlight>
                  <a:srgbClr val="FFFF00"/>
                </a:highlight>
              </a:rPr>
              <a:t>Healthcare / Nutrition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dirty="0" err="1">
                <a:highlight>
                  <a:srgbClr val="FFFF00"/>
                </a:highlight>
              </a:rPr>
              <a:t>NutriBot</a:t>
            </a:r>
            <a:r>
              <a:rPr lang="en-US" sz="2400" dirty="0">
                <a:highlight>
                  <a:srgbClr val="FFFF00"/>
                </a:highlight>
              </a:rPr>
              <a:t> - AI-Powered Nutrition Agent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D5242CB3-3B04-DDEF-4A42-3E01F09653DC}"/>
              </a:ext>
            </a:extLst>
          </p:cNvPr>
          <p:cNvPicPr>
            <a:picLocks noChangeAspect="1"/>
          </p:cNvPicPr>
          <p:nvPr/>
        </p:nvPicPr>
        <p:blipFill>
          <a:blip r:embed="rId3"/>
          <a:stretch>
            <a:fillRect/>
          </a:stretch>
        </p:blipFill>
        <p:spPr>
          <a:xfrm>
            <a:off x="4228348" y="3628230"/>
            <a:ext cx="738660" cy="996370"/>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fontAlgn="base"/>
            <a:r>
              <a:rPr lang="en-US" dirty="0"/>
              <a:t>Good nutrition is the foundation of health, but individuals often struggle with </a:t>
            </a:r>
            <a:r>
              <a:rPr lang="en-US" b="1" dirty="0"/>
              <a:t>diet planning, portion control, and tracking nutritional intake</a:t>
            </a:r>
            <a:r>
              <a:rPr lang="en-US" dirty="0"/>
              <a:t>. Information about healthy diets, disease-specific nutrition, and food composition is scattered across unreliable sources. Without </a:t>
            </a:r>
            <a:r>
              <a:rPr lang="en-US" b="1" dirty="0"/>
              <a:t>personalized, real-time guidance</a:t>
            </a:r>
            <a:r>
              <a:rPr lang="en-US" dirty="0"/>
              <a:t>, many fail to maintain balanced diets or make informed food choices. </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US" b="1" dirty="0"/>
              <a:t>IBM Bob,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US" dirty="0"/>
              <a:t>IBM Bob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C5B241BB-7320-7CEA-120A-14E88B535AF5}"/>
              </a:ext>
            </a:extLst>
          </p:cNvPr>
          <p:cNvPicPr>
            <a:picLocks noChangeAspect="1"/>
          </p:cNvPicPr>
          <p:nvPr/>
        </p:nvPicPr>
        <p:blipFill>
          <a:blip r:embed="rId3"/>
          <a:stretch>
            <a:fillRect/>
          </a:stretch>
        </p:blipFill>
        <p:spPr>
          <a:xfrm>
            <a:off x="913645" y="1525870"/>
            <a:ext cx="9523482" cy="4173364"/>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FCECEA91-3AE9-EE97-3ED7-4C8D40229889}"/>
              </a:ext>
            </a:extLst>
          </p:cNvPr>
          <p:cNvPicPr>
            <a:picLocks noChangeAspect="1"/>
          </p:cNvPicPr>
          <p:nvPr/>
        </p:nvPicPr>
        <p:blipFill>
          <a:blip r:embed="rId3"/>
          <a:stretch>
            <a:fillRect/>
          </a:stretch>
        </p:blipFill>
        <p:spPr>
          <a:xfrm>
            <a:off x="738907" y="1032908"/>
            <a:ext cx="8625810" cy="5140983"/>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tretch>
            <a:fillRect/>
          </a:stretch>
        </p:blipFill>
        <p:spPr>
          <a:xfrm>
            <a:off x="157335" y="400546"/>
            <a:ext cx="11145396" cy="571679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6697535D-EBF5-41DE-E93B-760133BF95C6}"/>
              </a:ext>
            </a:extLst>
          </p:cNvPr>
          <p:cNvPicPr>
            <a:picLocks noChangeAspect="1"/>
          </p:cNvPicPr>
          <p:nvPr/>
        </p:nvPicPr>
        <p:blipFill>
          <a:blip r:embed="rId3"/>
          <a:stretch>
            <a:fillRect/>
          </a:stretch>
        </p:blipFill>
        <p:spPr>
          <a:xfrm>
            <a:off x="537590" y="1053082"/>
            <a:ext cx="10550792" cy="4276002"/>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C144A704-5FCC-7CFB-C6C4-8BF5A0880852}"/>
              </a:ext>
            </a:extLst>
          </p:cNvPr>
          <p:cNvPicPr>
            <a:picLocks noChangeAspect="1"/>
          </p:cNvPicPr>
          <p:nvPr/>
        </p:nvPicPr>
        <p:blipFill>
          <a:blip r:embed="rId3"/>
          <a:stretch>
            <a:fillRect/>
          </a:stretch>
        </p:blipFill>
        <p:spPr>
          <a:xfrm>
            <a:off x="409144" y="1044263"/>
            <a:ext cx="11603492" cy="5553606"/>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7" name="Picture 6">
            <a:extLst>
              <a:ext uri="{FF2B5EF4-FFF2-40B4-BE49-F238E27FC236}">
                <a16:creationId xmlns:a16="http://schemas.microsoft.com/office/drawing/2014/main" id="{66923A92-B6B2-7923-5A91-9F9D1656F6FD}"/>
              </a:ext>
            </a:extLst>
          </p:cNvPr>
          <p:cNvPicPr>
            <a:picLocks noChangeAspect="1"/>
          </p:cNvPicPr>
          <p:nvPr/>
        </p:nvPicPr>
        <p:blipFill>
          <a:blip r:embed="rId3"/>
          <a:stretch>
            <a:fillRect/>
          </a:stretch>
        </p:blipFill>
        <p:spPr>
          <a:xfrm>
            <a:off x="466728" y="845267"/>
            <a:ext cx="9475439" cy="5752602"/>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B4700D4A-3251-AA5C-8FF3-03932D7C7C0C}"/>
              </a:ext>
            </a:extLst>
          </p:cNvPr>
          <p:cNvPicPr>
            <a:picLocks noChangeAspect="1"/>
          </p:cNvPicPr>
          <p:nvPr/>
        </p:nvPicPr>
        <p:blipFill>
          <a:blip r:embed="rId3"/>
          <a:srcRect b="23072"/>
          <a:stretch>
            <a:fillRect/>
          </a:stretch>
        </p:blipFill>
        <p:spPr>
          <a:xfrm>
            <a:off x="409144" y="709851"/>
            <a:ext cx="9728958" cy="5631120"/>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r>
              <a:rPr lang="en-US" sz="1850" dirty="0">
                <a:solidFill>
                  <a:srgbClr val="2B3541"/>
                </a:solidFill>
                <a:latin typeface="Times New Roman"/>
                <a:ea typeface="Times New Roman"/>
                <a:cs typeface="Times New Roman"/>
                <a:sym typeface="Times New Roman"/>
                <a:hlinkClick r:id="rId3"/>
              </a:rPr>
              <a:t>https://github.com/naveencoding75/nutrition-agent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4" name="Picture 3">
            <a:extLst>
              <a:ext uri="{FF2B5EF4-FFF2-40B4-BE49-F238E27FC236}">
                <a16:creationId xmlns:a16="http://schemas.microsoft.com/office/drawing/2014/main" id="{4D9BC3D6-49F4-8205-2B74-6FB00656E009}"/>
              </a:ext>
            </a:extLst>
          </p:cNvPr>
          <p:cNvPicPr>
            <a:picLocks noChangeAspect="1"/>
          </p:cNvPicPr>
          <p:nvPr/>
        </p:nvPicPr>
        <p:blipFill>
          <a:blip r:embed="rId2"/>
          <a:srcRect b="15637"/>
          <a:stretch>
            <a:fillRect/>
          </a:stretch>
        </p:blipFill>
        <p:spPr>
          <a:xfrm>
            <a:off x="1761511" y="1256808"/>
            <a:ext cx="8876555" cy="5283451"/>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76F5C77B-1D58-7705-04E8-8F84FA76BA75}"/>
              </a:ext>
            </a:extLst>
          </p:cNvPr>
          <p:cNvPicPr>
            <a:picLocks noChangeAspect="1"/>
          </p:cNvPicPr>
          <p:nvPr/>
        </p:nvPicPr>
        <p:blipFill>
          <a:blip r:embed="rId2"/>
          <a:srcRect b="13833"/>
          <a:stretch>
            <a:fillRect/>
          </a:stretch>
        </p:blipFill>
        <p:spPr>
          <a:xfrm>
            <a:off x="1705572" y="1200580"/>
            <a:ext cx="8954276" cy="5450161"/>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464</TotalTime>
  <Words>1423</Words>
  <Application>Microsoft Office PowerPoint</Application>
  <PresentationFormat>Widescreen</PresentationFormat>
  <Paragraphs>132</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Naveen Sharma</cp:lastModifiedBy>
  <cp:revision>5</cp:revision>
  <dcterms:created xsi:type="dcterms:W3CDTF">2025-07-08T05:06:56Z</dcterms:created>
  <dcterms:modified xsi:type="dcterms:W3CDTF">2026-09-08T17:52:53Z</dcterms:modified>
</cp:coreProperties>
</file>